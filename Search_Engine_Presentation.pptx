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docProps/core1.xml" ContentType="application/vnd.openxmlformats-package.core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1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2" r:id="rId3"/>
  </p:sldMasterIdLst>
  <p:sldIdLst>
    <p:sldId id="256" r:id="rId4"/>
    <p:sldId id="257" r:id="rId5"/>
    <p:sldId id="261" r:id="rId6"/>
    <p:sldId id="258" r:id="rId7"/>
    <p:sldId id="259" r:id="rId8"/>
    <p:sldId id="260" r:id="rId9"/>
    <p:sldId id="268" r:id="rId10"/>
    <p:sldId id="269" r:id="rId11"/>
    <p:sldId id="262" r:id="rId12"/>
    <p:sldId id="263" r:id="rId13"/>
    <p:sldId id="264" r:id="rId14"/>
    <p:sldId id="265" r:id="rId15"/>
    <p:sldId id="270" r:id="rId16"/>
    <p:sldId id="266" r:id="rId17"/>
    <p:sldId id="271" r:id="rId18"/>
    <p:sldId id="267" r:id="rId19"/>
  </p:sldIdLst>
  <p:sldSz cx="9144000" cy="5143500" type="screen16x9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-638" y="-5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9;p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9" name="Google Shape;10;p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" name="Google Shape;11;p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3" name="Google Shape;12;p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" name="Google Shape;13;p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" name="Google Shape;14;p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1854000"/>
            <a:ext cx="5257440" cy="240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341040" y="1006920"/>
            <a:ext cx="2573640" cy="390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oogle Shape;90;p1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9" name="Google Shape;91;p1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" name="Google Shape;92;p1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" name="Google Shape;93;p1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94;p1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95;p1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00;p1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6" name="Google Shape;101;p1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7" name="Google Shape;102;p1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8" name="Google Shape;103;p1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104;p1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105;p1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4339080"/>
            <a:ext cx="8686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8462520" y="188748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8462520" y="92484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8462520" y="236880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title"/>
          </p:nvPr>
        </p:nvSpPr>
        <p:spPr>
          <a:xfrm>
            <a:off x="8462520" y="285012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title"/>
          </p:nvPr>
        </p:nvSpPr>
        <p:spPr>
          <a:xfrm>
            <a:off x="8462520" y="44388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title"/>
          </p:nvPr>
        </p:nvSpPr>
        <p:spPr>
          <a:xfrm>
            <a:off x="8462520" y="140616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title"/>
          </p:nvPr>
        </p:nvSpPr>
        <p:spPr>
          <a:xfrm>
            <a:off x="8462520" y="333144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title"/>
          </p:nvPr>
        </p:nvSpPr>
        <p:spPr>
          <a:xfrm>
            <a:off x="8462520" y="3812760"/>
            <a:ext cx="452520" cy="310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132;p1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1" name="Google Shape;133;p1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2" name="Google Shape;134;p1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33" name="Google Shape;135;p1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4" name="Google Shape;136;p1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" name="Google Shape;137;p1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8600" y="863280"/>
            <a:ext cx="5562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141;p1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9" name="Google Shape;142;p1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0" name="Google Shape;143;p1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1" name="Google Shape;144;p1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145;p1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146;p1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3920" y="3359160"/>
            <a:ext cx="6265440" cy="65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228600" y="632880"/>
            <a:ext cx="7299360" cy="264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151;p1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47" name="Google Shape;152;p1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8" name="Google Shape;153;p1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9" name="Google Shape;154;p1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155;p1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156;p1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28600" y="4339080"/>
            <a:ext cx="8686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159;p17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54" name="Google Shape;160;p17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5" name="Google Shape;161;p17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56" name="Google Shape;162;p17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163;p17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" name="Google Shape;164;p17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167;p18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61" name="Google Shape;168;p18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2" name="Google Shape;169;p18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63" name="Google Shape;170;p18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171;p18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72;p18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3529440"/>
            <a:ext cx="8686800" cy="138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178;p19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68" name="Google Shape;179;p19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69" name="Google Shape;180;p19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70" name="Google Shape;181;p19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1" name="Google Shape;182;p19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" name="Google Shape;183;p19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198;p20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75" name="Google Shape;199;p20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76" name="Google Shape;200;p20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77" name="Google Shape;201;p20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8" name="Google Shape;202;p20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9" name="Google Shape;203;p20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228600" y="434268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title"/>
          </p:nvPr>
        </p:nvSpPr>
        <p:spPr>
          <a:xfrm>
            <a:off x="228600" y="829080"/>
            <a:ext cx="23994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2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title"/>
          </p:nvPr>
        </p:nvSpPr>
        <p:spPr>
          <a:xfrm>
            <a:off x="228600" y="3313440"/>
            <a:ext cx="23994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accent1"/>
                </a:solidFill>
                <a:effectLst/>
                <a:uFillTx/>
                <a:latin typeface="Space Grotesk Medium"/>
                <a:ea typeface="Space Grotesk Medium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title"/>
          </p:nvPr>
        </p:nvSpPr>
        <p:spPr>
          <a:xfrm>
            <a:off x="228600" y="2071080"/>
            <a:ext cx="23994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accent1"/>
                </a:solidFill>
                <a:effectLst/>
                <a:uFillTx/>
                <a:latin typeface="Space Grotesk Medium"/>
                <a:ea typeface="Space Grotesk Medium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3741480" y="632880"/>
            <a:ext cx="5173560" cy="362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19;p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86" name="Google Shape;20;p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87" name="Google Shape;21;p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88" name="Google Shape;22;p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23;p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24;p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952080" y="2882880"/>
            <a:ext cx="4962960" cy="203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7647120" y="1546200"/>
            <a:ext cx="1267920" cy="1107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228600" y="1006920"/>
            <a:ext cx="2573640" cy="390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213;p2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95" name="Google Shape;214;p2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6" name="Google Shape;215;p2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97" name="Google Shape;216;p2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217;p2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218;p2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28600" y="2513880"/>
            <a:ext cx="3550320" cy="240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" name="Google Shape;221;p21"/>
          <p:cNvSpPr/>
          <p:nvPr/>
        </p:nvSpPr>
        <p:spPr>
          <a:xfrm>
            <a:off x="4400280" y="3978360"/>
            <a:ext cx="444780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223;p2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03" name="Google Shape;224;p2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04" name="Google Shape;225;p2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05" name="Google Shape;226;p2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227;p2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228;p2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230;p2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09" name="Google Shape;231;p2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0" name="Google Shape;232;p2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1" name="Google Shape;233;p2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" name="Google Shape;234;p2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" name="Google Shape;235;p2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9;p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15" name="Google Shape;30;p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6" name="Google Shape;31;p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17" name="Google Shape;32;p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" name="Google Shape;33;p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" name="Google Shape;34;p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38;p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23" name="Google Shape;39;p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4" name="Google Shape;40;p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25" name="Google Shape;41;p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42;p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43;p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319720" y="1351080"/>
            <a:ext cx="3595320" cy="356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51;p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31" name="Google Shape;52;p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2" name="Google Shape;53;p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33" name="Google Shape;54;p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55;p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56;p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59;p7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38" name="Google Shape;60;p7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39" name="Google Shape;61;p7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40" name="Google Shape;62;p7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1" name="Google Shape;63;p7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64;p7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69;p8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47" name="Google Shape;70;p8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8" name="Google Shape;71;p8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49" name="Google Shape;72;p8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" name="Google Shape;73;p8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" name="Google Shape;74;p8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77;p9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54" name="Google Shape;78;p9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5" name="Google Shape;79;p9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56" name="Google Shape;80;p9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7" name="Google Shape;81;p9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8" name="Google Shape;82;p9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1" name="PlaceHolder 2"/>
          <p:cNvSpPr>
            <a:spLocks noGrp="1"/>
          </p:cNvSpPr>
          <p:nvPr>
            <p:ph type="title"/>
          </p:nvPr>
        </p:nvSpPr>
        <p:spPr>
          <a:xfrm>
            <a:off x="228600" y="4176000"/>
            <a:ext cx="2657520" cy="738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24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244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aggeloskourou1234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ubTitle"/>
          </p:nvPr>
        </p:nvSpPr>
        <p:spPr>
          <a:xfrm>
            <a:off x="228600" y="4486320"/>
            <a:ext cx="3790440" cy="428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Α</a:t>
            </a:r>
            <a:r>
              <a:rPr lang="el-GR" sz="1600" b="0" u="none" strike="noStrike" dirty="0" err="1" smtClean="0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ναλυτική</a:t>
            </a:r>
            <a:r>
              <a:rPr lang="en-US" sz="1600" b="0" u="none" strike="noStrike" dirty="0" smtClean="0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παρουσίαση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του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προτζεκτ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μου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/>
          </p:nvPr>
        </p:nvSpPr>
        <p:spPr>
          <a:xfrm>
            <a:off x="228600" y="1857240"/>
            <a:ext cx="5257440" cy="240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72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Search Engine</a:t>
            </a:r>
            <a:endParaRPr lang="fr-FR" sz="7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69" name="Google Shape;253;p28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170" name="Google Shape;254;p28"/>
          <p:cNvPicPr/>
          <p:nvPr/>
        </p:nvPicPr>
        <p:blipFill>
          <a:blip r:embed="rId2" cstate="print"/>
          <a:srcRect l="1858" r="1858"/>
          <a:stretch/>
        </p:blipFill>
        <p:spPr>
          <a:xfrm>
            <a:off x="6341040" y="1006920"/>
            <a:ext cx="2573640" cy="3907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1" name="Google Shape;255;p28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172" name="Google Shape;256;p28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57;p28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258;p28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5" name="Google Shape;259;p28"/>
          <p:cNvSpPr/>
          <p:nvPr/>
        </p:nvSpPr>
        <p:spPr>
          <a:xfrm rot="16200000">
            <a:off x="7743960" y="356292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← &lt;/build_future&gt;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28600" y="866880"/>
            <a:ext cx="55623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Εισαγωγή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3352680" y="2657520"/>
            <a:ext cx="5562360" cy="184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Σε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αυτή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την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παρουσίαση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θα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σας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εξηγήσω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l-GR" sz="12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προτζεκτ</a:t>
            </a:r>
            <a:r>
              <a:rPr lang="el-GR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μου</a:t>
            </a: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</a:rPr>
              <a:t>,</a:t>
            </a:r>
            <a:r>
              <a:rPr lang="en-US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μ</a:t>
            </a:r>
            <a:r>
              <a:rPr lang="el-GR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ί</a:t>
            </a:r>
            <a:r>
              <a:rPr lang="en-US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μηχανή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Θα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καλύψω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σκοπό</a:t>
            </a:r>
            <a:r>
              <a:rPr lang="en-US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2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</a:t>
            </a:r>
            <a:r>
              <a:rPr lang="el-GR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</a:t>
            </a:r>
            <a:r>
              <a:rPr lang="en-US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βασική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λειτουργία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δομή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εφαρμογής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ανέπτυξα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78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179" name="Google Shape;361;p33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180" name="Google Shape;362;p33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363;p33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364;p33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dirty="0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207" name="Google Shape;361;p33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208" name="Google Shape;362;p33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363;p33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364;p33"/>
            <p:cNvSpPr/>
            <p:nvPr/>
          </p:nvSpPr>
          <p:spPr>
            <a:xfrm>
              <a:off x="22860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dirty="0">
                <a:solidFill>
                  <a:srgbClr val="FFFFFF"/>
                </a:solidFill>
                <a:latin typeface="OpenSymbol"/>
              </a:endParaRPr>
            </a:p>
          </p:txBody>
        </p:sp>
      </p:grpSp>
      <p:pic>
        <p:nvPicPr>
          <p:cNvPr id="1026" name="Picture 2" descr="C:\Users\aggelos\Pictures\Νέος φάκελος\screenshots\hom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345;p32"/>
          <p:cNvPicPr/>
          <p:nvPr/>
        </p:nvPicPr>
        <p:blipFill>
          <a:blip r:embed="rId2" cstate="print"/>
          <a:srcRect l="1858" r="1858"/>
          <a:stretch/>
        </p:blipFill>
        <p:spPr>
          <a:xfrm>
            <a:off x="228600" y="1006920"/>
            <a:ext cx="2573640" cy="39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499992" y="2859782"/>
            <a:ext cx="4775088" cy="108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Εισαγωγή</a:t>
            </a:r>
            <a:r>
              <a:rPr lang="en-US" sz="3600" b="1" u="none" strike="noStrike" dirty="0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στο</a:t>
            </a:r>
            <a:r>
              <a:rPr lang="en-US" sz="3600" b="1" u="none" strike="noStrike" dirty="0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Προτζεκτ</a:t>
            </a:r>
            <a:r>
              <a:rPr lang="en-US" sz="3600" b="1" u="none" strike="noStrike" dirty="0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και</a:t>
            </a:r>
            <a:r>
              <a:rPr lang="en-US" sz="3600" b="1" u="none" strike="noStrike" dirty="0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Στόχο</a:t>
            </a:r>
            <a:r>
              <a:rPr lang="el-GR" sz="3600" b="1" dirty="0" smtClean="0">
                <a:solidFill>
                  <a:schemeClr val="dk1"/>
                </a:solidFill>
                <a:latin typeface="Space Grotesk"/>
                <a:ea typeface="Space Grotesk"/>
              </a:rPr>
              <a:t>ι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title"/>
          </p:nvPr>
        </p:nvSpPr>
        <p:spPr>
          <a:xfrm>
            <a:off x="7648560" y="1542960"/>
            <a:ext cx="1266480" cy="11044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01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Google Shape;348;p32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187" name="Google Shape;349;p32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188" name="Google Shape;350;p32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51;p32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352;p32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dirty="0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91" name="Google Shape;353;p32"/>
          <p:cNvSpPr/>
          <p:nvPr/>
        </p:nvSpPr>
        <p:spPr>
          <a:xfrm rot="16200000">
            <a:off x="1629000" y="223884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1331640" y="1491630"/>
            <a:ext cx="6408712" cy="30134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προτζεκτ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αφορά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ανάπτυξη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ενός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απλού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Search Engine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ανιχνεύει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ιστοσελίδες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αποθηκεύει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περιεχόμενο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παρέχει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αποτελέσματα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στις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αναζητήσεις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l-GR" sz="1400" b="0" u="none" strike="noStrike" dirty="0" smtClean="0">
              <a:solidFill>
                <a:schemeClr val="dk1"/>
              </a:solidFill>
              <a:effectLst/>
              <a:uFillTx/>
              <a:latin typeface="Roboto"/>
              <a:ea typeface="Roboto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l-GR" sz="1400" dirty="0">
              <a:solidFill>
                <a:schemeClr val="dk1"/>
              </a:solidFill>
              <a:latin typeface="Roboto"/>
              <a:ea typeface="Roboto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Στόχος</a:t>
            </a: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μου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ήταν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μάθω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πώς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λειτουργεί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μια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μηχανή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εφαρμόσω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βασικές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έννοιες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crawling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indexing.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94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195" name="Google Shape;361;p33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196" name="Google Shape;362;p33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363;p33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64;p33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dirty="0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219240" y="3362400"/>
            <a:ext cx="869580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Παρουσίαση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2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Δομής</a:t>
            </a: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l-GR" sz="26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Προτζεκτ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0" name="Google Shape;337;p31"/>
          <p:cNvPicPr/>
          <p:nvPr/>
        </p:nvPicPr>
        <p:blipFill>
          <a:blip r:embed="rId2" cstate="print"/>
          <a:srcRect t="18273" b="18273"/>
          <a:stretch/>
        </p:blipFill>
        <p:spPr>
          <a:xfrm>
            <a:off x="228600" y="632880"/>
            <a:ext cx="7299360" cy="264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PlaceHolder 2"/>
          <p:cNvSpPr>
            <a:spLocks noGrp="1"/>
          </p:cNvSpPr>
          <p:nvPr>
            <p:ph type="subTitle"/>
          </p:nvPr>
        </p:nvSpPr>
        <p:spPr>
          <a:xfrm>
            <a:off x="0" y="4155926"/>
            <a:ext cx="9144000" cy="8866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l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Η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εφαρμογή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αποτελείται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από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τρία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κύρια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μέρη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</a:t>
            </a:r>
            <a:endParaRPr lang="el-GR" sz="1000" b="0" u="none" strike="noStrike" dirty="0" smtClean="0">
              <a:solidFill>
                <a:schemeClr val="dk1"/>
              </a:solidFill>
              <a:effectLst/>
              <a:uFillTx/>
              <a:latin typeface="Roboto"/>
              <a:ea typeface="Roboto"/>
            </a:endParaRPr>
          </a:p>
          <a:p>
            <a:pPr algn="l">
              <a:lnSpc>
                <a:spcPct val="150000"/>
              </a:lnSpc>
              <a:tabLst>
                <a:tab pos="0" algn="l"/>
              </a:tabLst>
            </a:pPr>
            <a:r>
              <a:rPr lang="el-GR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1)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τον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i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crawler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συλλέγει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δεδομένα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l-GR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2) </a:t>
            </a:r>
            <a:r>
              <a:rPr lang="en-US" sz="10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τον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i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indexer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οργανώνει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περιεχόμενο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l-GR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3) </a:t>
            </a:r>
            <a:r>
              <a:rPr lang="en-US" sz="10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διεπαφή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χρήστη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εμφανίζει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αποτελέσματα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l-GR" sz="1000" b="0" u="none" strike="noStrike" dirty="0" smtClean="0">
              <a:solidFill>
                <a:schemeClr val="dk1"/>
              </a:solidFill>
              <a:effectLst/>
              <a:uFillTx/>
              <a:latin typeface="Roboto"/>
              <a:ea typeface="Roboto"/>
            </a:endParaRPr>
          </a:p>
          <a:p>
            <a:pPr algn="l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Όλα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συνεργάζονται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δώσουν</a:t>
            </a:r>
            <a:r>
              <a:rPr lang="el-GR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ένα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απλό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γρήγορο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αποτέλεσμα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02" name="Google Shape;339;p31"/>
          <p:cNvCxnSpPr/>
          <p:nvPr/>
        </p:nvCxnSpPr>
        <p:spPr>
          <a:xfrm>
            <a:off x="0" y="401076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03" name="Google Shape;340;p31"/>
          <p:cNvSpPr/>
          <p:nvPr/>
        </p:nvSpPr>
        <p:spPr>
          <a:xfrm>
            <a:off x="4952880" y="45720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&lt;/innovation_pipeline&gt;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3867894"/>
            <a:ext cx="63150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PlaceHolder 2"/>
          <p:cNvSpPr txBox="1">
            <a:spLocks/>
          </p:cNvSpPr>
          <p:nvPr/>
        </p:nvSpPr>
        <p:spPr>
          <a:xfrm>
            <a:off x="107504" y="1923678"/>
            <a:ext cx="1656184" cy="864096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lvl="0" algn="ctr">
              <a:tabLst>
                <a:tab pos="0" algn="l"/>
              </a:tabLst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IBM Plex Mono SemiBold"/>
                <a:ea typeface="IBM Plex Mono SemiBold"/>
              </a:rPr>
              <a:t>Crawler </a:t>
            </a:r>
            <a:endParaRPr kumimoji="0" lang="fr-FR" sz="6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3131840" y="1851670"/>
            <a:ext cx="1872208" cy="936104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 smtClean="0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Database 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 txBox="1">
            <a:spLocks/>
          </p:cNvSpPr>
          <p:nvPr/>
        </p:nvSpPr>
        <p:spPr>
          <a:xfrm>
            <a:off x="6372200" y="1851670"/>
            <a:ext cx="2686856" cy="960464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IBM Plex Mono SemiBold"/>
                <a:ea typeface="IBM Plex Mono SemiBold"/>
              </a:rPr>
              <a:t>Search Engine</a:t>
            </a:r>
            <a:endParaRPr kumimoji="0" lang="fr-FR" sz="3000" b="0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8" name="7 - Ευθύγραμμο βέλος σύνδεσης"/>
          <p:cNvCxnSpPr/>
          <p:nvPr/>
        </p:nvCxnSpPr>
        <p:spPr>
          <a:xfrm>
            <a:off x="1835696" y="2499742"/>
            <a:ext cx="1224136" cy="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- Ευθύγραμμο βέλος σύνδεσης"/>
          <p:cNvCxnSpPr/>
          <p:nvPr/>
        </p:nvCxnSpPr>
        <p:spPr>
          <a:xfrm flipH="1">
            <a:off x="5076056" y="2499742"/>
            <a:ext cx="1224136" cy="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- Ευθεία γραμμή σύνδεσης"/>
          <p:cNvCxnSpPr/>
          <p:nvPr/>
        </p:nvCxnSpPr>
        <p:spPr>
          <a:xfrm>
            <a:off x="2483768" y="3003798"/>
            <a:ext cx="0" cy="180020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- Ευθεία γραμμή σύνδεσης"/>
          <p:cNvCxnSpPr/>
          <p:nvPr/>
        </p:nvCxnSpPr>
        <p:spPr>
          <a:xfrm>
            <a:off x="5652120" y="3003798"/>
            <a:ext cx="0" cy="180020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laceHolder 1"/>
          <p:cNvSpPr txBox="1">
            <a:spLocks/>
          </p:cNvSpPr>
          <p:nvPr/>
        </p:nvSpPr>
        <p:spPr>
          <a:xfrm>
            <a:off x="6300192" y="3003798"/>
            <a:ext cx="2686856" cy="18389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lvl="0" algn="ctr">
              <a:tabLst>
                <a:tab pos="0" algn="l"/>
              </a:tabLst>
            </a:pPr>
            <a:r>
              <a:rPr lang="el-GR" dirty="0"/>
              <a:t>Α</a:t>
            </a:r>
            <a:r>
              <a:rPr lang="el-GR" dirty="0" smtClean="0"/>
              <a:t>λγοριθμικά αποφασίζει ποιο αποτέλεσμα είναι το καλύτερο</a:t>
            </a:r>
            <a:endParaRPr kumimoji="0" lang="fr-FR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2" name="PlaceHolder 1"/>
          <p:cNvSpPr txBox="1">
            <a:spLocks/>
          </p:cNvSpPr>
          <p:nvPr/>
        </p:nvSpPr>
        <p:spPr>
          <a:xfrm>
            <a:off x="2699792" y="2931790"/>
            <a:ext cx="2686856" cy="18389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lvl="0" algn="ctr">
              <a:tabLst>
                <a:tab pos="0" algn="l"/>
              </a:tabLst>
            </a:pPr>
            <a:r>
              <a:rPr kumimoji="0" lang="el-GR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Space Grotesk"/>
                <a:ea typeface="Space Grotesk"/>
              </a:rPr>
              <a:t>Εδώ υλοποιείται</a:t>
            </a:r>
            <a:r>
              <a:rPr kumimoji="0" lang="el-GR" i="0" u="none" strike="noStrike" kern="0" cap="none" spc="0" normalizeH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Space Grotesk"/>
                <a:ea typeface="Space Grotesk"/>
              </a:rPr>
              <a:t> </a:t>
            </a:r>
            <a:r>
              <a:rPr lang="el-GR" dirty="0" smtClean="0"/>
              <a:t>το </a:t>
            </a:r>
            <a:r>
              <a:rPr lang="en-US" dirty="0" smtClean="0"/>
              <a:t>Indexing</a:t>
            </a:r>
            <a:endParaRPr kumimoji="0" lang="fr-FR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3" name="PlaceHolder 1"/>
          <p:cNvSpPr txBox="1">
            <a:spLocks/>
          </p:cNvSpPr>
          <p:nvPr/>
        </p:nvSpPr>
        <p:spPr>
          <a:xfrm>
            <a:off x="0" y="2787774"/>
            <a:ext cx="2339752" cy="18389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lvl="0" algn="ctr">
              <a:tabLst>
                <a:tab pos="0" algn="l"/>
              </a:tabLst>
            </a:pPr>
            <a:r>
              <a:rPr lang="el-GR" dirty="0" err="1"/>
              <a:t>Σ</a:t>
            </a:r>
            <a:r>
              <a:rPr lang="el-GR" dirty="0" err="1" smtClean="0"/>
              <a:t>κανάρει</a:t>
            </a:r>
            <a:r>
              <a:rPr lang="el-GR" dirty="0" smtClean="0"/>
              <a:t> το </a:t>
            </a:r>
            <a:r>
              <a:rPr lang="en-US" dirty="0" smtClean="0"/>
              <a:t>web</a:t>
            </a:r>
            <a:endParaRPr kumimoji="0" lang="fr-FR" i="0" u="none" strike="noStrike" kern="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Arial"/>
            </a:endParaRPr>
          </a:p>
        </p:txBody>
      </p:sp>
      <p:cxnSp>
        <p:nvCxnSpPr>
          <p:cNvPr id="24" name="23 - Ευθύγραμμο βέλος σύνδεσης"/>
          <p:cNvCxnSpPr/>
          <p:nvPr/>
        </p:nvCxnSpPr>
        <p:spPr>
          <a:xfrm flipH="1">
            <a:off x="1835696" y="2211710"/>
            <a:ext cx="1224136" cy="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- Ευθύγραμμο βέλος σύνδεσης"/>
          <p:cNvCxnSpPr/>
          <p:nvPr/>
        </p:nvCxnSpPr>
        <p:spPr>
          <a:xfrm>
            <a:off x="5076056" y="2211710"/>
            <a:ext cx="1224136" cy="0"/>
          </a:xfrm>
          <a:prstGeom prst="straightConnector1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3074" name="Picture 2" descr="C:\Users\aggelos\Pictures\Νέος φάκελος\screenshots\admi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345;p32"/>
          <p:cNvPicPr/>
          <p:nvPr/>
        </p:nvPicPr>
        <p:blipFill>
          <a:blip r:embed="rId2" cstate="print"/>
          <a:srcRect l="1858" r="1858"/>
          <a:stretch/>
        </p:blipFill>
        <p:spPr>
          <a:xfrm>
            <a:off x="228600" y="1006920"/>
            <a:ext cx="2573640" cy="390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3952800" y="2886120"/>
            <a:ext cx="4962240" cy="202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Λειτουργίες</a:t>
            </a: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και</a:t>
            </a: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Τεχνικές</a:t>
            </a: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Λεπτομέρειες</a:t>
            </a: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6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του</a:t>
            </a: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Search Engine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title"/>
          </p:nvPr>
        </p:nvSpPr>
        <p:spPr>
          <a:xfrm>
            <a:off x="7648560" y="1542960"/>
            <a:ext cx="1266480" cy="11044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02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14" name="Google Shape;348;p32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215" name="Google Shape;349;p32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216" name="Google Shape;350;p32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351;p32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352;p32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dirty="0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19" name="Google Shape;353;p32"/>
          <p:cNvSpPr/>
          <p:nvPr/>
        </p:nvSpPr>
        <p:spPr>
          <a:xfrm rot="16200000">
            <a:off x="1629000" y="223884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2"/>
          <p:cNvSpPr>
            <a:spLocks noGrp="1"/>
          </p:cNvSpPr>
          <p:nvPr>
            <p:ph type="subTitle"/>
          </p:nvPr>
        </p:nvSpPr>
        <p:spPr>
          <a:xfrm>
            <a:off x="899592" y="1131590"/>
            <a:ext cx="8015448" cy="3287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Ο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crawler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ξεκινάει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από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μια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αρχική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σελίδα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ακολουθεί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συνδέσμους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κατεβάσει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περιεχόμενο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Υπάρχουν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περιορισμοί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όπως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μέγιστο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βάθος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αριθμός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σελίδων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μην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γίνει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υπερφόρτωση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βάσης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Ελέγχουμε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επίσης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ποιότητα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του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κειμένου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γλώσσα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(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μόνο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Ελληνικά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Αγγλικά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επιτρέπονται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),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ώστε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κρατήσουμε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μόνο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χρήσιμα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δεδομένα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την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4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</a:t>
            </a: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22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223" name="Google Shape;361;p33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224" name="Google Shape;362;p33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363;p33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364;p33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867894"/>
            <a:ext cx="7855641" cy="88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219240" y="3362400"/>
            <a:ext cx="869580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Επεξεργασία Περιεχομένου και Indexing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28" name="Google Shape;337;p31"/>
          <p:cNvPicPr/>
          <p:nvPr/>
        </p:nvPicPr>
        <p:blipFill>
          <a:blip r:embed="rId2" cstate="print"/>
          <a:srcRect t="18273" b="18273"/>
          <a:stretch/>
        </p:blipFill>
        <p:spPr>
          <a:xfrm>
            <a:off x="228600" y="632880"/>
            <a:ext cx="7299360" cy="264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PlaceHolder 2"/>
          <p:cNvSpPr>
            <a:spLocks noGrp="1"/>
          </p:cNvSpPr>
          <p:nvPr>
            <p:ph type="subTitle"/>
          </p:nvPr>
        </p:nvSpPr>
        <p:spPr>
          <a:xfrm>
            <a:off x="323528" y="4083918"/>
            <a:ext cx="8695800" cy="10307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Μετά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κατέβασμα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της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σελίδας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χρησιμοποιούμε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i="1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DOMDocument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εξάγουμε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τον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τίτλο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την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περιγραφή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καθαρό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κείμενο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κείμενο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καθαρίζεται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από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HTML tags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φιλτράρεται</a:t>
            </a:r>
            <a:r>
              <a:rPr lang="en-US" sz="8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Έπειτα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γίνεται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η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ανάλυση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των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λέξεων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αφαίρεση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i="1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stopwords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καταχωρούνται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οι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συχνότητες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των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λέξεων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στη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βάση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index </a:t>
            </a:r>
            <a:r>
              <a:rPr lang="en-US" sz="8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του</a:t>
            </a:r>
            <a:r>
              <a:rPr lang="en-US" sz="8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8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συστήματος</a:t>
            </a:r>
            <a:r>
              <a:rPr lang="en-US" sz="8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30" name="Google Shape;339;p31"/>
          <p:cNvCxnSpPr/>
          <p:nvPr/>
        </p:nvCxnSpPr>
        <p:spPr>
          <a:xfrm>
            <a:off x="0" y="401076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31" name="Google Shape;340;p31"/>
          <p:cNvSpPr/>
          <p:nvPr/>
        </p:nvSpPr>
        <p:spPr>
          <a:xfrm>
            <a:off x="4952880" y="457200"/>
            <a:ext cx="2580840" cy="12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&lt;/innovation_pipeline&gt;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79512" y="555526"/>
            <a:ext cx="55623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Διεπαφή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2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Χρήστη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, </a:t>
            </a:r>
            <a:r>
              <a:rPr lang="en-US" sz="32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Αναζήτηση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2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και</a:t>
            </a: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</a:t>
            </a:r>
            <a:r>
              <a:rPr lang="en-US" sz="3200" b="1" u="none" strike="noStrike" dirty="0" err="1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Autocomplete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 Feature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ubTitle"/>
          </p:nvPr>
        </p:nvSpPr>
        <p:spPr>
          <a:xfrm>
            <a:off x="4283968" y="3003798"/>
            <a:ext cx="4860032" cy="21397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Η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διεπαφή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προσφέρει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ένα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πεδίο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προτάσεις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αυτόματης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συμπλήρωσης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(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autocomplete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)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καθώς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πληκτρολογείς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Η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επιστρέφει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αποτελέσματα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ταξινομημένα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βάση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συχνότητα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των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λέξεων-κλειδιών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δυνατότητα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σελιδοποίησης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εύκολη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πλοήγηση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autocomplete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βοηθά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βρίσκεις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γρήγορα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παρόμοιες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λέξεις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υπάρχουν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στη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βάση</a:t>
            </a:r>
            <a:r>
              <a:rPr lang="en-US" sz="10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0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δεδομένων</a:t>
            </a:r>
            <a:r>
              <a:rPr lang="en-US" sz="10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34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235" name="Google Shape;361;p33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236" name="Google Shape;362;p33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363;p33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364;p33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67733" y="699542"/>
            <a:ext cx="4976267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PlaceHolder 2"/>
          <p:cNvSpPr txBox="1">
            <a:spLocks/>
          </p:cNvSpPr>
          <p:nvPr/>
        </p:nvSpPr>
        <p:spPr>
          <a:xfrm>
            <a:off x="0" y="3003798"/>
            <a:ext cx="4067944" cy="21397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Η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μηχανή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υποστηρίζει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σελιδοποίηση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αποτελεσμάτων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πιο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φιλική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πλοήγηση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100" dirty="0">
              <a:solidFill>
                <a:srgbClr val="FFFFFF"/>
              </a:solidFill>
              <a:latin typeface="OpenSymbol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endParaRPr lang="en-US" sz="1100" dirty="0">
              <a:solidFill>
                <a:srgbClr val="FFFFFF"/>
              </a:solidFill>
              <a:latin typeface="OpenSymbol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Επιπλέον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καταγράφει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τα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κλικ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των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χρηστών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συλλογή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δεδομένων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χρήσης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μελλοντικά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μπορούν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βελτιώσουν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την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ακρίβεια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προσωπικοποίηση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των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100" b="0" u="none" strike="noStrike" dirty="0" err="1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αποτελεσμάτων</a:t>
            </a:r>
            <a:r>
              <a:rPr lang="en-US" sz="11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lang="en-US" sz="1100" dirty="0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11" name="10 - Ευθεία γραμμή σύνδεσης"/>
          <p:cNvCxnSpPr/>
          <p:nvPr/>
        </p:nvCxnSpPr>
        <p:spPr>
          <a:xfrm>
            <a:off x="4139952" y="483518"/>
            <a:ext cx="0" cy="4659982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- Ευθεία γραμμή σύνδεσης"/>
          <p:cNvCxnSpPr/>
          <p:nvPr/>
        </p:nvCxnSpPr>
        <p:spPr>
          <a:xfrm flipH="1">
            <a:off x="0" y="2859782"/>
            <a:ext cx="91440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098" name="Picture 2" descr="C:\Users\aggelos\Pictures\Νέος φάκελος\screenshots\result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251520" y="843558"/>
            <a:ext cx="5562360" cy="157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500" b="1" u="none" strike="noStrike" dirty="0" err="1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Συμπεράσματα</a:t>
            </a:r>
            <a:r>
              <a:rPr lang="en-US" sz="4500" b="1" u="none" strike="noStrike" dirty="0" smtClean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!</a:t>
            </a:r>
            <a:endParaRPr lang="fr-FR" sz="4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ubTitle"/>
          </p:nvPr>
        </p:nvSpPr>
        <p:spPr>
          <a:xfrm>
            <a:off x="1979712" y="2139702"/>
            <a:ext cx="6935328" cy="27363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Η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μηχανή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είναι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μια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απλή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αλλά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λειτουργική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υλοποίηση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που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καλύπτει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όλα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στάδια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: crawling, indexing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αναζήτηση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Έμαθα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πώς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χειρίζομαι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δεδομένα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από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web,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φιλτράρω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να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οργανώνω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περιεχόμενο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ενώ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παράλληλα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δημιούργησα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μια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φιλική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προς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τον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χρήστη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διεπαφή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Είναι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μια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καλή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βάση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για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μελλοντική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επέκταση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με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πιο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εξελιγμένα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χαρακτηριστικά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και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βελτιώσεις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στην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εμπειρία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χρήσης</a:t>
            </a:r>
            <a:r>
              <a:rPr lang="en-US" sz="12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</a:p>
          <a:p>
            <a:pPr indent="0" algn="r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41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242" name="Google Shape;361;p33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243" name="Google Shape;362;p33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363;p33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364;p33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107504" y="555526"/>
            <a:ext cx="8928992" cy="576064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l-GR" b="1" i="1" dirty="0" smtClean="0">
                <a:solidFill>
                  <a:schemeClr val="tx1"/>
                </a:solidFill>
              </a:rPr>
              <a:t>Τεχνολογίες που χρησιμοποιήθηκαν για την υλοποίηση αυτού του </a:t>
            </a:r>
            <a:r>
              <a:rPr lang="el-GR" b="1" i="1" dirty="0" err="1" smtClean="0">
                <a:solidFill>
                  <a:schemeClr val="tx1"/>
                </a:solidFill>
              </a:rPr>
              <a:t>προτζεκτ</a:t>
            </a:r>
            <a:r>
              <a:rPr lang="el-GR" b="1" i="1" dirty="0" smtClean="0">
                <a:solidFill>
                  <a:schemeClr val="tx1"/>
                </a:solidFill>
              </a:rPr>
              <a:t>:</a:t>
            </a:r>
            <a:endParaRPr lang="el-GR" b="1" i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3867894"/>
            <a:ext cx="63150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1 - Τίτλος"/>
          <p:cNvSpPr txBox="1">
            <a:spLocks/>
          </p:cNvSpPr>
          <p:nvPr/>
        </p:nvSpPr>
        <p:spPr>
          <a:xfrm>
            <a:off x="6660232" y="1563638"/>
            <a:ext cx="2304256" cy="21602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1600" dirty="0" smtClean="0"/>
              <a:t>PHP</a:t>
            </a:r>
            <a:endParaRPr lang="el-GR" sz="1600" dirty="0" smtClean="0"/>
          </a:p>
          <a:p>
            <a:pPr lvl="0">
              <a:buFont typeface="Arial" pitchFamily="34" charset="0"/>
              <a:buChar char="•"/>
            </a:pPr>
            <a:r>
              <a:rPr lang="en-US" sz="1600" dirty="0" err="1" smtClean="0"/>
              <a:t>MySQL</a:t>
            </a:r>
            <a:r>
              <a:rPr lang="en-US" sz="1600" dirty="0" smtClean="0"/>
              <a:t> (SQL)</a:t>
            </a:r>
            <a:endParaRPr lang="el-GR" sz="1600" dirty="0" smtClean="0"/>
          </a:p>
          <a:p>
            <a:pPr lvl="0">
              <a:buFont typeface="Arial" pitchFamily="34" charset="0"/>
              <a:buChar char="•"/>
            </a:pPr>
            <a:r>
              <a:rPr lang="en-US" sz="1600" dirty="0" smtClean="0"/>
              <a:t>HTML</a:t>
            </a:r>
            <a:endParaRPr lang="el-GR" sz="1600" dirty="0" smtClean="0"/>
          </a:p>
          <a:p>
            <a:pPr lvl="0">
              <a:buFont typeface="Arial" pitchFamily="34" charset="0"/>
              <a:buChar char="•"/>
            </a:pPr>
            <a:r>
              <a:rPr lang="en-US" sz="1600" dirty="0" smtClean="0"/>
              <a:t>CSS</a:t>
            </a:r>
            <a:endParaRPr lang="el-GR" sz="1600" dirty="0" smtClean="0"/>
          </a:p>
          <a:p>
            <a:pPr lvl="0">
              <a:buFont typeface="Arial" pitchFamily="34" charset="0"/>
              <a:buChar char="•"/>
            </a:pPr>
            <a:r>
              <a:rPr lang="en-US" sz="1600" dirty="0" smtClean="0"/>
              <a:t>JavaScript</a:t>
            </a:r>
            <a:endParaRPr kumimoji="0" lang="el-GR" sz="160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pic>
        <p:nvPicPr>
          <p:cNvPr id="6" name="Google Shape;337;p31"/>
          <p:cNvPicPr/>
          <p:nvPr/>
        </p:nvPicPr>
        <p:blipFill>
          <a:blip r:embed="rId3" cstate="print"/>
          <a:srcRect t="18273" b="18273"/>
          <a:stretch/>
        </p:blipFill>
        <p:spPr>
          <a:xfrm>
            <a:off x="0" y="1635646"/>
            <a:ext cx="6300192" cy="2501624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468;p41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247" name="Google Shape;469;p41"/>
          <p:cNvGrpSpPr/>
          <p:nvPr/>
        </p:nvGrpSpPr>
        <p:grpSpPr>
          <a:xfrm>
            <a:off x="228600" y="281520"/>
            <a:ext cx="8686440" cy="122760"/>
            <a:chOff x="228600" y="281520"/>
            <a:chExt cx="8686440" cy="122760"/>
          </a:xfrm>
        </p:grpSpPr>
        <p:sp>
          <p:nvSpPr>
            <p:cNvPr id="248" name="Google Shape;470;p41"/>
            <p:cNvSpPr/>
            <p:nvPr/>
          </p:nvSpPr>
          <p:spPr>
            <a:xfrm>
              <a:off x="4071960" y="281520"/>
              <a:ext cx="99972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Search_Engine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471;p41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u="none" strike="noStrike" dirty="0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12/01/2026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472;p41"/>
            <p:cNvSpPr/>
            <p:nvPr/>
          </p:nvSpPr>
          <p:spPr>
            <a:xfrm>
              <a:off x="228600" y="281520"/>
              <a:ext cx="110304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00" b="1" u="none" strike="noStrike" dirty="0" err="1" smtClean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Angelos_Kourougenis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251520" y="1347614"/>
            <a:ext cx="3552480" cy="2400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Thank_ you_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4400640" y="2514600"/>
            <a:ext cx="4447800" cy="11695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1" u="none" strike="noStrike" dirty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Do you have any </a:t>
            </a:r>
            <a:r>
              <a:rPr lang="en" sz="1400" b="1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questions?</a:t>
            </a:r>
            <a:endParaRPr lang="en-US" sz="1400" dirty="0">
              <a:solidFill>
                <a:srgbClr val="FFFFFF"/>
              </a:solidFill>
              <a:latin typeface="OpenSymbol"/>
              <a:ea typeface="Roboto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  <a:ea typeface="Roboto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2"/>
              </a:rPr>
              <a:t>aggeloskourou1234@gmail.com</a:t>
            </a:r>
            <a:endParaRPr lang="en" sz="800" b="0" u="none" strike="noStrike" dirty="0" smtClean="0">
              <a:solidFill>
                <a:schemeClr val="dk1"/>
              </a:solidFill>
              <a:effectLst/>
              <a:uFillTx/>
              <a:latin typeface="Roboto"/>
              <a:ea typeface="Roboto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800" dirty="0" smtClean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endParaRPr lang="en" sz="1400" b="0" u="none" strike="noStrike" dirty="0" smtClean="0">
              <a:solidFill>
                <a:schemeClr val="dk1"/>
              </a:solidFill>
              <a:effectLst/>
              <a:uFillTx/>
              <a:latin typeface="Roboto"/>
              <a:ea typeface="Roboto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 dirty="0" smtClean="0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https://github.com/Kourougenis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3723878"/>
            <a:ext cx="631507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Words>514</Words>
  <Application>Microsoft Office PowerPoint</Application>
  <PresentationFormat>Προβολή στην οθόνη (16:9)</PresentationFormat>
  <Paragraphs>93</Paragraphs>
  <Slides>16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3</vt:i4>
      </vt:variant>
      <vt:variant>
        <vt:lpstr>Τίτλοι διαφανειών</vt:lpstr>
      </vt:variant>
      <vt:variant>
        <vt:i4>16</vt:i4>
      </vt:variant>
    </vt:vector>
  </HeadingPairs>
  <TitlesOfParts>
    <vt:vector size="19" baseType="lpstr">
      <vt:lpstr>Mastering Code by Slidesgo</vt:lpstr>
      <vt:lpstr>Mastering Code by Slidesgo</vt:lpstr>
      <vt:lpstr>Slidesgo Final Pages</vt:lpstr>
      <vt:lpstr>Search Engine</vt:lpstr>
      <vt:lpstr>Εισαγωγή</vt:lpstr>
      <vt:lpstr>Διαφάνεια 3</vt:lpstr>
      <vt:lpstr>Εισαγωγή στο Προτζεκτ και Στόχοι</vt:lpstr>
      <vt:lpstr>Διαφάνεια 5</vt:lpstr>
      <vt:lpstr>Παρουσίαση Δομής Προτζεκτ</vt:lpstr>
      <vt:lpstr>Database </vt:lpstr>
      <vt:lpstr>Διαφάνεια 8</vt:lpstr>
      <vt:lpstr>Λειτουργίες και Τεχνικές Λεπτομέρειες του Search Engine</vt:lpstr>
      <vt:lpstr>Διαφάνεια 10</vt:lpstr>
      <vt:lpstr>Επεξεργασία Περιεχομένου και Indexing</vt:lpstr>
      <vt:lpstr>Διεπαφή Χρήστη, Αναζήτηση και Autocomplete  Feature</vt:lpstr>
      <vt:lpstr>Διαφάνεια 13</vt:lpstr>
      <vt:lpstr>Συμπεράσματα!</vt:lpstr>
      <vt:lpstr>Τεχνολογίες που χρησιμοποιήθηκαν για την υλοποίηση αυτού του προτζεκτ:</vt:lpstr>
      <vt:lpstr>Thank_ you_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</dc:title>
  <cp:lastModifiedBy>aggelos</cp:lastModifiedBy>
  <cp:revision>18</cp:revision>
  <dcterms:modified xsi:type="dcterms:W3CDTF">2026-01-12T07:44:35Z</dcterms:modified>
</cp:coreProperties>
</file>

<file path=docProps/core1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2026-01-11T22:21:13Z</dcterms:created>
  <dc:creator>Unknown Creator</dc:creator>
  <dc:description/>
  <dc:language>en-US</dc:language>
  <cp:lastModifiedBy>Unknown Creator</cp:lastModifiedBy>
  <dcterms:modified xsi:type="dcterms:W3CDTF">2026-01-11T22:21:13Z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